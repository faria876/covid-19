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7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4AAF0-3DBD-480A-A5DA-B257630755D0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704D5-9968-41FC-A420-3AF9B442A2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E704D5-9968-41FC-A420-3AF9B442A2D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ECADF-0EF9-4AD2-A8D0-CDFDBB3B9182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00E65-A178-45B2-9F6F-BAC46093A3C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124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b="1" dirty="0" smtClean="0">
                <a:latin typeface="Bodoni MT" pitchFamily="18" charset="0"/>
              </a:rPr>
              <a:t>Name : Saba </a:t>
            </a:r>
            <a:br>
              <a:rPr lang="en-US" sz="3200" b="1" dirty="0" smtClean="0">
                <a:latin typeface="Bodoni MT" pitchFamily="18" charset="0"/>
              </a:rPr>
            </a:br>
            <a:r>
              <a:rPr lang="en-US" sz="3200" b="1" dirty="0" smtClean="0">
                <a:latin typeface="Bodoni MT" pitchFamily="18" charset="0"/>
              </a:rPr>
              <a:t/>
            </a:r>
            <a:br>
              <a:rPr lang="en-US" sz="3200" b="1" dirty="0" smtClean="0">
                <a:latin typeface="Bodoni MT" pitchFamily="18" charset="0"/>
              </a:rPr>
            </a:br>
            <a:r>
              <a:rPr lang="en-US" sz="3200" b="1" dirty="0" smtClean="0">
                <a:latin typeface="Bodoni MT" pitchFamily="18" charset="0"/>
              </a:rPr>
              <a:t>project Name : Covid_19</a:t>
            </a:r>
            <a:br>
              <a:rPr lang="en-US" sz="3200" b="1" dirty="0" smtClean="0">
                <a:latin typeface="Bodoni MT" pitchFamily="18" charset="0"/>
              </a:rPr>
            </a:br>
            <a:r>
              <a:rPr lang="en-US" sz="3200" b="1" dirty="0" smtClean="0">
                <a:latin typeface="Bodoni MT" pitchFamily="18" charset="0"/>
              </a:rPr>
              <a:t/>
            </a:r>
            <a:br>
              <a:rPr lang="en-US" sz="3200" b="1" dirty="0" smtClean="0">
                <a:latin typeface="Bodoni MT" pitchFamily="18" charset="0"/>
              </a:rPr>
            </a:br>
            <a:r>
              <a:rPr lang="en-US" sz="3200" b="1" dirty="0" smtClean="0">
                <a:latin typeface="Bodoni MT" pitchFamily="18" charset="0"/>
              </a:rPr>
              <a:t>Trainer : Sir Muhammad Ali</a:t>
            </a: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> </a:t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3200" b="1" dirty="0">
                <a:latin typeface="Bodoni MT" pitchFamily="18" charset="0"/>
              </a:rPr>
              <a:t/>
            </a:r>
            <a:br>
              <a:rPr lang="en-US" sz="3200" b="1" dirty="0">
                <a:latin typeface="Bodoni MT" pitchFamily="18" charset="0"/>
              </a:rPr>
            </a:br>
            <a:r>
              <a:rPr lang="en-US" sz="3200" b="1" dirty="0" smtClean="0">
                <a:latin typeface="Bodoni MT" pitchFamily="18" charset="0"/>
              </a:rPr>
              <a:t> Course </a:t>
            </a: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>Name : Data Science </a:t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>Date : 6_11_2025</a:t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  <a:t>Institute : I.M.C(TMK)</a:t>
            </a:r>
            <a:br>
              <a:rPr lang="en-US" sz="3200" b="1" dirty="0" smtClean="0">
                <a:solidFill>
                  <a:schemeClr val="tx1"/>
                </a:solidFill>
                <a:latin typeface="Bodoni MT" pitchFamily="18" charset="0"/>
              </a:rPr>
            </a:b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Bodoni MT" pitchFamily="18" charset="0"/>
              </a:rPr>
              <a:t>1. Dataset Structure</a:t>
            </a:r>
            <a:br>
              <a:rPr lang="en-US" b="1" dirty="0" smtClean="0">
                <a:latin typeface="Bodoni MT" pitchFamily="18" charset="0"/>
              </a:rPr>
            </a:br>
            <a:endParaRPr lang="en-US" dirty="0">
              <a:latin typeface="Bodoni M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3400" b="1" dirty="0" smtClean="0">
                <a:latin typeface="Calibri" pitchFamily="34" charset="0"/>
                <a:cs typeface="Calibri" pitchFamily="34" charset="0"/>
              </a:rPr>
              <a:t>Code:</a:t>
            </a:r>
          </a:p>
          <a:p>
            <a:pPr>
              <a:buNone/>
            </a:pPr>
            <a:endParaRPr lang="en-US" sz="22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err="1" smtClean="0">
                <a:latin typeface="Calibri" pitchFamily="34" charset="0"/>
                <a:cs typeface="Calibri" pitchFamily="34" charset="0"/>
              </a:rPr>
              <a:t>df.shape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print(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df.columns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b="1" dirty="0" smtClean="0">
                <a:latin typeface="Calibri" pitchFamily="34" charset="0"/>
                <a:cs typeface="Calibri" pitchFamily="34" charset="0"/>
              </a:rPr>
              <a:t>Output:</a:t>
            </a: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Shape: (59, 10)</a:t>
            </a:r>
          </a:p>
          <a:p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b="1" dirty="0" smtClean="0">
                <a:latin typeface="Calibri" pitchFamily="34" charset="0"/>
                <a:cs typeface="Calibri" pitchFamily="34" charset="0"/>
              </a:rPr>
              <a:t>Columns:</a:t>
            </a:r>
          </a:p>
          <a:p>
            <a:pPr>
              <a:buNone/>
            </a:pPr>
            <a:endParaRPr lang="en-US" sz="25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['Country/Region', 'Last Update', 'Confirmed', 'Deaths', 'Recovered', 'Latitude', </a:t>
            </a: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'Longitude', 'Province/State', 'Active', '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Combined_Key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']</a:t>
            </a:r>
          </a:p>
          <a:p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b="1" dirty="0" smtClean="0">
                <a:latin typeface="Calibri" pitchFamily="34" charset="0"/>
                <a:cs typeface="Calibri" pitchFamily="34" charset="0"/>
              </a:rPr>
              <a:t>Description</a:t>
            </a:r>
            <a:r>
              <a:rPr lang="en-US" sz="29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The dataset contains 59 rows and 10 columns, representing COVID-19 statistics across different regions. </a:t>
            </a: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Each column holds specific information such as confirmed cases, deaths, recoveries, and location</a:t>
            </a: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details.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Bodoni MT" pitchFamily="18" charset="0"/>
              </a:rPr>
              <a:t>2.Data Types Identification</a:t>
            </a:r>
            <a:br>
              <a:rPr lang="en-US" b="1" dirty="0" smtClean="0">
                <a:latin typeface="Bodoni MT" pitchFamily="18" charset="0"/>
              </a:rPr>
            </a:br>
            <a:endParaRPr lang="en-US" dirty="0">
              <a:latin typeface="Bodoni M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229600" cy="4876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code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1400" dirty="0" err="1" smtClean="0"/>
              <a:t>df.dtypes</a:t>
            </a:r>
            <a:endParaRPr lang="en-US" sz="14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800" b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utput:</a:t>
            </a:r>
          </a:p>
          <a:p>
            <a:endParaRPr lang="en-US" dirty="0" smtClean="0"/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8 columns are of type object (categorical)</a:t>
            </a:r>
          </a:p>
          <a:p>
            <a:endParaRPr lang="en-US" dirty="0" smtClean="0"/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2 columns are of type float64 (numeric)</a:t>
            </a:r>
          </a:p>
          <a:p>
            <a:endParaRPr lang="en-US" dirty="0" smtClean="0"/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Description: </a:t>
            </a: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                                             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Most columns contain categorical data such as names or text, while a few represent numerical data used for quantitative analysis.</a:t>
            </a:r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pPr>
              <a:buNone/>
            </a:pPr>
            <a:endParaRPr lang="en-US" sz="17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Bodoni MT" pitchFamily="18" charset="0"/>
              </a:rPr>
              <a:t>3.Dataset</a:t>
            </a:r>
            <a:r>
              <a:rPr lang="en-US" b="1" dirty="0" smtClean="0"/>
              <a:t> Information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838200" y="1600200"/>
            <a:ext cx="66294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libri" pitchFamily="34" charset="0"/>
                <a:cs typeface="Calibri" pitchFamily="34" charset="0"/>
              </a:rPr>
              <a:t>Code:</a:t>
            </a:r>
          </a:p>
          <a:p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1500" dirty="0" smtClean="0">
                <a:latin typeface="Calibri" pitchFamily="34" charset="0"/>
                <a:cs typeface="Calibri" pitchFamily="34" charset="0"/>
              </a:rPr>
              <a:t>df.info()</a:t>
            </a:r>
          </a:p>
          <a:p>
            <a:endParaRPr lang="en-US" dirty="0" smtClean="0"/>
          </a:p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Description: </a:t>
            </a:r>
          </a:p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  </a:t>
            </a:r>
          </a:p>
          <a:p>
            <a:r>
              <a:rPr lang="en-US" sz="15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the dataset’s 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complete This 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command displays the dataset’s structure, non-null counts, and memory usage.</a:t>
            </a:r>
          </a:p>
          <a:p>
            <a:r>
              <a:rPr lang="en-US" sz="1500" dirty="0" smtClean="0">
                <a:latin typeface="Calibri" pitchFamily="34" charset="0"/>
                <a:cs typeface="Calibri" pitchFamily="34" charset="0"/>
              </a:rPr>
              <a:t>It confirms that some columns contain missing values and provides a quick </a:t>
            </a:r>
            <a:r>
              <a:rPr lang="en-US" sz="1500" dirty="0" err="1" smtClean="0">
                <a:latin typeface="Calibri" pitchFamily="34" charset="0"/>
                <a:cs typeface="Calibri" pitchFamily="34" charset="0"/>
              </a:rPr>
              <a:t>overviess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en-US" sz="15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-533400"/>
            <a:ext cx="7772400" cy="3067050"/>
          </a:xfrm>
        </p:spPr>
        <p:txBody>
          <a:bodyPr/>
          <a:lstStyle/>
          <a:p>
            <a:r>
              <a:rPr lang="en-US" b="1" dirty="0" smtClean="0"/>
              <a:t>4. Missing Values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828800"/>
            <a:ext cx="7620000" cy="297180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algn="l"/>
            <a:r>
              <a:rPr lang="en-US" sz="2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Code:</a:t>
            </a:r>
          </a:p>
          <a:p>
            <a:pPr algn="l"/>
            <a:endParaRPr lang="en-US" sz="26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2400" dirty="0" err="1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df.isnull</a:t>
            </a:r>
            <a:r>
              <a:rPr lang="en-US" sz="24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().sum()</a:t>
            </a:r>
          </a:p>
          <a:p>
            <a:pPr algn="l"/>
            <a:endParaRPr lang="en-US" sz="24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2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Output:</a:t>
            </a:r>
          </a:p>
          <a:p>
            <a:pPr algn="l"/>
            <a:endParaRPr lang="en-US" sz="29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27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Total 233 missing values found across different columns.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sz="2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Description:</a:t>
            </a:r>
          </a:p>
          <a:p>
            <a:pPr algn="l"/>
            <a:endParaRPr lang="en-US" sz="29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27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This step identifies which columns have null or missing values. Handling these is important before any statistical or machine learning analysis.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5. Unique Country/Region Values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Code:</a:t>
            </a:r>
          </a:p>
          <a:p>
            <a:pPr>
              <a:buNone/>
            </a:pP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list(</a:t>
            </a:r>
            <a:r>
              <a:rPr lang="en-US" sz="1500" dirty="0" err="1" smtClean="0">
                <a:latin typeface="Calibri" pitchFamily="34" charset="0"/>
                <a:cs typeface="Calibri" pitchFamily="34" charset="0"/>
              </a:rPr>
              <a:t>df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['Country/Region'].unique())</a:t>
            </a:r>
          </a:p>
          <a:p>
            <a:pPr>
              <a:buNone/>
            </a:pPr>
            <a:endParaRPr lang="en-US" sz="15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Description:</a:t>
            </a:r>
          </a:p>
          <a:p>
            <a:pPr>
              <a:buNone/>
            </a:pP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Displays all the unique country or region</a:t>
            </a:r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names in the dataset, helping to verify that</a:t>
            </a:r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the geographical entries are accurate and</a:t>
            </a:r>
          </a:p>
          <a:p>
            <a:pPr>
              <a:buNone/>
            </a:pPr>
            <a:r>
              <a:rPr lang="en-US" sz="1500" dirty="0" smtClean="0">
                <a:latin typeface="Calibri" pitchFamily="34" charset="0"/>
                <a:cs typeface="Calibri" pitchFamily="34" charset="0"/>
              </a:rPr>
              <a:t>non-duplicated.</a:t>
            </a:r>
          </a:p>
          <a:p>
            <a:pPr>
              <a:buNone/>
            </a:pPr>
            <a:endParaRPr lang="en-US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8600"/>
            <a:ext cx="7772400" cy="1676400"/>
          </a:xfrm>
        </p:spPr>
        <p:txBody>
          <a:bodyPr>
            <a:normAutofit/>
          </a:bodyPr>
          <a:lstStyle/>
          <a:p>
            <a:r>
              <a:rPr lang="fr-FR" b="1" dirty="0" smtClean="0">
                <a:latin typeface="Calibri" pitchFamily="34" charset="0"/>
                <a:cs typeface="Calibri" pitchFamily="34" charset="0"/>
              </a:rPr>
              <a:t>6. </a:t>
            </a:r>
            <a:r>
              <a:rPr lang="fr-FR" b="1" dirty="0" smtClean="0">
                <a:latin typeface="Bodoni MT" pitchFamily="18" charset="0"/>
                <a:cs typeface="Calibri" pitchFamily="34" charset="0"/>
              </a:rPr>
              <a:t>Unique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 Values per </a:t>
            </a:r>
            <a:r>
              <a:rPr lang="fr-FR" b="1" dirty="0" err="1" smtClean="0">
                <a:latin typeface="Calibri" pitchFamily="34" charset="0"/>
                <a:cs typeface="Calibri" pitchFamily="34" charset="0"/>
              </a:rPr>
              <a:t>Column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fr-FR" b="1" dirty="0" smtClean="0">
                <a:latin typeface="Calibri" pitchFamily="34" charset="0"/>
                <a:cs typeface="Calibri" pitchFamily="34" charset="0"/>
              </a:rPr>
            </a:b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600200"/>
            <a:ext cx="6400800" cy="3962400"/>
          </a:xfrm>
        </p:spPr>
        <p:txBody>
          <a:bodyPr>
            <a:normAutofit/>
          </a:bodyPr>
          <a:lstStyle/>
          <a:p>
            <a:pPr algn="l"/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Code: </a:t>
            </a:r>
          </a:p>
          <a:p>
            <a:pPr algn="l"/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1500" dirty="0" err="1" smtClean="0">
                <a:latin typeface="Calibri" pitchFamily="34" charset="0"/>
                <a:cs typeface="Calibri" pitchFamily="34" charset="0"/>
              </a:rPr>
              <a:t>df.nunique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()</a:t>
            </a:r>
          </a:p>
          <a:p>
            <a:pPr algn="l"/>
            <a:endParaRPr lang="en-US" sz="1500" dirty="0" smtClean="0">
              <a:latin typeface="Calibri" pitchFamily="34" charset="0"/>
              <a:cs typeface="Calibri" pitchFamily="34" charset="0"/>
            </a:endParaRPr>
          </a:p>
          <a:p>
            <a:pPr algn="l"/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Description: </a:t>
            </a:r>
          </a:p>
          <a:p>
            <a:pPr algn="l"/>
            <a:endParaRPr lang="en-US" dirty="0" smtClean="0"/>
          </a:p>
          <a:p>
            <a:pPr algn="l"/>
            <a:r>
              <a:rPr lang="en-US" sz="1500" dirty="0" smtClean="0">
                <a:latin typeface="Calibri" pitchFamily="34" charset="0"/>
                <a:cs typeface="Calibri" pitchFamily="34" charset="0"/>
              </a:rPr>
              <a:t>This gives the number of unique entries per column, helping detect duplicate categories or redundant data.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Rows and Columns: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59 × 10</a:t>
            </a: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Data Types: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Mostly categorical with a few numeric columns</a:t>
            </a: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Missing Values: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233 found, need cleaning</a:t>
            </a: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Duplicates: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None detected</a:t>
            </a:r>
          </a:p>
          <a:p>
            <a:pPr>
              <a:buNone/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Data Quality: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Overall clean and consistent, suitable for further descriptive analysis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Top 10 Most Affected Countries by COVID-19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Distribution </a:t>
            </a:r>
            <a:r>
              <a:rPr lang="en-US" b="1" dirty="0" smtClean="0"/>
              <a:t>of Recovery Rates Across Countries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02170" y="1600200"/>
            <a:ext cx="653966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Distribution of Death Rates Across Countries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076" y="1828800"/>
            <a:ext cx="8737924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351</Words>
  <Application>Microsoft Office PowerPoint</Application>
  <PresentationFormat>On-screen Show (4:3)</PresentationFormat>
  <Paragraphs>89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Name : Saba   project Name : Covid_19  Trainer : Sir Muhammad Ali    Course Name : Data Science   Date : 6_11_2025  Institute : I.M.C(TMK) </vt:lpstr>
      <vt:lpstr>1. Dataset Structure </vt:lpstr>
      <vt:lpstr>2.Data Types Identification </vt:lpstr>
      <vt:lpstr>3.Dataset Information</vt:lpstr>
      <vt:lpstr>4. Missing Values</vt:lpstr>
      <vt:lpstr>5. Unique Country/Region Values</vt:lpstr>
      <vt:lpstr>6. Unique Values per Column </vt:lpstr>
      <vt:lpstr>Conclusion</vt:lpstr>
      <vt:lpstr>Top 10 Most Affected Countries by COVID-19 </vt:lpstr>
      <vt:lpstr>Distribution of Recovery Rates Across Countries </vt:lpstr>
      <vt:lpstr>Distribution of Death Rates Across Countries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20</cp:revision>
  <dcterms:created xsi:type="dcterms:W3CDTF">2025-11-10T04:57:25Z</dcterms:created>
  <dcterms:modified xsi:type="dcterms:W3CDTF">2025-11-13T07:07:37Z</dcterms:modified>
</cp:coreProperties>
</file>